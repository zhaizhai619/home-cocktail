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542"/>
    <p:restoredTop sz="94625"/>
  </p:normalViewPr>
  <p:slideViewPr>
    <p:cSldViewPr snapToGrid="0">
      <p:cViewPr varScale="1">
        <p:scale>
          <a:sx n="88" d="100"/>
          <a:sy n="88" d="100"/>
        </p:scale>
        <p:origin x="208" y="7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FAFFAB7-8943-CD4D-E440-19EFD0BC555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FC2C2F22-1DF4-2E93-FE87-49D1957CE8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92E62D-6EE6-C766-B2B9-F05DE819EE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69D8-E69C-0E48-AC2E-1BDF550869D3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E558DF2-78C7-0980-3261-30B335990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268856-7434-015F-774E-92D92928CE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678C6-E578-6842-AEFB-252EA1EE10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7057747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7AD9AC3-9627-2C1E-EEE4-9E18F5AFAA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407C209-0252-3F26-7CA7-6CDA62FF97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CF65A8D-1B3F-E3C9-F8EB-D800F76790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69D8-E69C-0E48-AC2E-1BDF550869D3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4AA8C05-14DB-F1FB-5E2C-CF890C33C3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D62986D-E863-F770-809E-6CDFA735D8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678C6-E578-6842-AEFB-252EA1EE10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48491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3D2031C-6C53-9D62-A0F2-E013A59E97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8218057-145A-CA82-DE8F-EA3DD214D6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D45CF4C-175E-B8E2-F89A-F374EAE153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69D8-E69C-0E48-AC2E-1BDF550869D3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B7F0807-ABBD-DF33-38FF-4AA0D09F15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262538-0693-AA90-1F51-01FAA5961B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678C6-E578-6842-AEFB-252EA1EE10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50026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0AC061-3684-1616-B2FE-CB7A01FC8F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94A8BA8-ADB6-14DC-F828-3C44BE7E82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6A6B472-97F0-38EF-84E6-07A952A910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9040CEE-715F-7FFB-06DA-B5A4F062BF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69D8-E69C-0E48-AC2E-1BDF550869D3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C598DDEC-F4A4-502F-EAD5-4F55F7D66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64AE38B-C994-F976-57EA-EDA78FD9B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678C6-E578-6842-AEFB-252EA1EE10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733727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119807A-2CBF-560B-9791-75CAA77B7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5641764-D56B-9687-8788-2F246B1E58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0BDCA7-3258-D25C-0EC1-CEEC00FC07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43F79876-F636-6D4D-8486-160D993DD75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CD7A1AB4-A9E9-709B-2872-1ADCDCFEAC7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DA004D3-0ECF-60E7-03E9-80F5A5264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69D8-E69C-0E48-AC2E-1BDF550869D3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8A554FC-1892-1B5B-42C7-A1184861BF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5F19822-EE6D-D4DF-CAFE-EDBB8C041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678C6-E578-6842-AEFB-252EA1EE10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69576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86C2FC0-DBC0-3890-9189-CC7197B709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F07990A2-69EE-7945-2E51-DE67456865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69D8-E69C-0E48-AC2E-1BDF550869D3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CC9A494-FD4D-16D7-30EF-B5EC6DB05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7072E73F-83A7-E1AB-C411-37D8232461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678C6-E578-6842-AEFB-252EA1EE10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982794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0926CC50-ACCB-1B58-D87C-8E5503A36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69D8-E69C-0E48-AC2E-1BDF550869D3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6654267F-FE4C-DA0B-F1C5-8116C931A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1DEE070-087A-0212-E87B-DF95CBD25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678C6-E578-6842-AEFB-252EA1EE10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7613853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969A79-463E-D2D9-F318-AC9800558B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F94B61A-382F-0179-8224-58C5F12FB3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6D05E25C-8216-014B-55FB-0070769311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14AF4BC-1058-B494-3DE2-9A0A710A7A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69D8-E69C-0E48-AC2E-1BDF550869D3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09CFE20-CDB1-B3B8-A98D-675DD3DE04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82A0EED4-5194-4889-5024-E0D5E6659B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678C6-E578-6842-AEFB-252EA1EE10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5248783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906A0B-9977-B7D1-CB20-262EA0309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7A8543F-AD3D-8F92-A370-4BC5C898E78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605D032-E860-E328-21CB-A607D85AD7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3E365A5-DCCC-735E-512A-DC4FA79E29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69D8-E69C-0E48-AC2E-1BDF550869D3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EEB6EE4-926E-22C9-0441-7761E068DD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6AF6DF-1C08-06F7-CA03-7DD4DBE70B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678C6-E578-6842-AEFB-252EA1EE10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498883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E46DAEC-6985-87F6-4ACD-C21550A19B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34828CA-9F5A-60F0-19BB-99E821BBAE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257F560-D244-2EF7-9B13-5D2520851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69D8-E69C-0E48-AC2E-1BDF550869D3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7627ED2-8A1C-2F9C-5FD4-84511B9BBA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5181771-0944-79F0-FF58-2C025A38B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678C6-E578-6842-AEFB-252EA1EE10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8928233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0C7D545-B6D9-65AD-F960-AE5660F7D8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CF663D0-A8A9-798F-A633-65CCFCF532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B35EE73-FEC8-AB58-D501-D83BFA1ED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AC69D8-E69C-0E48-AC2E-1BDF550869D3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0877384-B68A-00E6-9A0A-C181B73287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84F2C36-B559-DCA5-9DFA-E82495625A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B678C6-E578-6842-AEFB-252EA1EE10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499176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3689F1D2-AC52-191C-03A1-9E3FC4B845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9A6DABE-2575-DD94-E276-60F94A192A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1F8351F-22CF-873E-D4AB-67F5792AF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AC69D8-E69C-0E48-AC2E-1BDF550869D3}" type="datetimeFigureOut">
              <a:rPr kumimoji="1" lang="zh-CN" altLang="en-US" smtClean="0"/>
              <a:t>2026/7/26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B06DC04-0FB2-4B15-008D-871F82765B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E59D29E1-550F-ED61-0CF2-A0750F394D8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B678C6-E578-6842-AEFB-252EA1EE1000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46635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2427D39E-1BA1-7A98-41A4-590D7E4527A7}"/>
              </a:ext>
            </a:extLst>
          </p:cNvPr>
          <p:cNvSpPr/>
          <p:nvPr/>
        </p:nvSpPr>
        <p:spPr>
          <a:xfrm>
            <a:off x="6096000" y="730770"/>
            <a:ext cx="5876144" cy="5396459"/>
          </a:xfrm>
          <a:prstGeom prst="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A2C67BE2-DB05-6C0E-7519-D2609F15BF4A}"/>
              </a:ext>
            </a:extLst>
          </p:cNvPr>
          <p:cNvSpPr txBox="1"/>
          <p:nvPr/>
        </p:nvSpPr>
        <p:spPr>
          <a:xfrm>
            <a:off x="6200931" y="898373"/>
            <a:ext cx="14090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材料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D890BA41-CF04-14D7-EEB0-EC4854B7D05E}"/>
              </a:ext>
            </a:extLst>
          </p:cNvPr>
          <p:cNvSpPr txBox="1"/>
          <p:nvPr/>
        </p:nvSpPr>
        <p:spPr>
          <a:xfrm>
            <a:off x="6380813" y="1420318"/>
            <a:ext cx="559133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话梅威士忌</a:t>
            </a: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DDF9CFC4-0D26-046D-3EE1-CCD7BA417F3B}"/>
              </a:ext>
            </a:extLst>
          </p:cNvPr>
          <p:cNvSpPr/>
          <p:nvPr/>
        </p:nvSpPr>
        <p:spPr>
          <a:xfrm>
            <a:off x="6380814" y="1789650"/>
            <a:ext cx="5276538" cy="110408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bg1">
                <a:lumMod val="9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E35458DB-8C05-5827-E581-D83A02C509A0}"/>
              </a:ext>
            </a:extLst>
          </p:cNvPr>
          <p:cNvSpPr txBox="1"/>
          <p:nvPr/>
        </p:nvSpPr>
        <p:spPr>
          <a:xfrm>
            <a:off x="6560695" y="1789650"/>
            <a:ext cx="17538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威士忌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FF117CE9-6C6E-CF57-4081-DA9DD7979D99}"/>
              </a:ext>
            </a:extLst>
          </p:cNvPr>
          <p:cNvSpPr txBox="1"/>
          <p:nvPr/>
        </p:nvSpPr>
        <p:spPr>
          <a:xfrm>
            <a:off x="6560695" y="2289747"/>
            <a:ext cx="12441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红茶</a:t>
            </a: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A0B18E8-2B63-1033-31DE-DF85CE4FA6F3}"/>
              </a:ext>
            </a:extLst>
          </p:cNvPr>
          <p:cNvSpPr txBox="1"/>
          <p:nvPr/>
        </p:nvSpPr>
        <p:spPr>
          <a:xfrm>
            <a:off x="6380813" y="3400056"/>
            <a:ext cx="30729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苏打水</a:t>
            </a:r>
          </a:p>
        </p:txBody>
      </p:sp>
      <p:cxnSp>
        <p:nvCxnSpPr>
          <p:cNvPr id="12" name="直线连接符 11">
            <a:extLst>
              <a:ext uri="{FF2B5EF4-FFF2-40B4-BE49-F238E27FC236}">
                <a16:creationId xmlns:a16="http://schemas.microsoft.com/office/drawing/2014/main" id="{33B68299-701F-374D-4F4A-D1E4887C1382}"/>
              </a:ext>
            </a:extLst>
          </p:cNvPr>
          <p:cNvCxnSpPr>
            <a:cxnSpLocks/>
          </p:cNvCxnSpPr>
          <p:nvPr/>
        </p:nvCxnSpPr>
        <p:spPr>
          <a:xfrm>
            <a:off x="6380813" y="3215390"/>
            <a:ext cx="5276539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6020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BF6B9265-8C67-34A4-5331-528CB243A970}"/>
              </a:ext>
            </a:extLst>
          </p:cNvPr>
          <p:cNvSpPr txBox="1"/>
          <p:nvPr/>
        </p:nvSpPr>
        <p:spPr>
          <a:xfrm>
            <a:off x="261257" y="653143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手头鲜材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18EF53E-BB62-0A60-7BC8-4A65E6CC0880}"/>
              </a:ext>
            </a:extLst>
          </p:cNvPr>
          <p:cNvSpPr txBox="1"/>
          <p:nvPr/>
        </p:nvSpPr>
        <p:spPr>
          <a:xfrm>
            <a:off x="261257" y="1204686"/>
            <a:ext cx="650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黄瓜           购买日期</a:t>
            </a:r>
            <a:r>
              <a:rPr kumimoji="1" lang="en-US" altLang="zh-CN" dirty="0"/>
              <a:t>07-26</a:t>
            </a:r>
            <a:r>
              <a:rPr kumimoji="1" lang="zh-CN" altLang="en-US" dirty="0"/>
              <a:t>  </a:t>
            </a:r>
            <a:endParaRPr kumimoji="1" lang="en-US" altLang="zh-CN" dirty="0"/>
          </a:p>
          <a:p>
            <a:r>
              <a:rPr kumimoji="1" lang="zh-CN" altLang="en-US" dirty="0"/>
              <a:t>                               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992003-B671-E768-BC64-7A551B2BE13B}"/>
              </a:ext>
            </a:extLst>
          </p:cNvPr>
          <p:cNvSpPr txBox="1"/>
          <p:nvPr/>
        </p:nvSpPr>
        <p:spPr>
          <a:xfrm>
            <a:off x="406400" y="1872342"/>
            <a:ext cx="56750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西瓜           购买日期</a:t>
            </a:r>
            <a:r>
              <a:rPr kumimoji="1" lang="en-US" altLang="zh-CN" dirty="0"/>
              <a:t>07-26</a:t>
            </a:r>
            <a:r>
              <a:rPr kumimoji="1" lang="zh-CN" altLang="en-US" dirty="0"/>
              <a:t> </a:t>
            </a:r>
          </a:p>
        </p:txBody>
      </p:sp>
      <p:sp>
        <p:nvSpPr>
          <p:cNvPr id="5" name="圆角矩形 4">
            <a:extLst>
              <a:ext uri="{FF2B5EF4-FFF2-40B4-BE49-F238E27FC236}">
                <a16:creationId xmlns:a16="http://schemas.microsoft.com/office/drawing/2014/main" id="{D3689C7C-0551-DF92-7C58-968E38FD8B0A}"/>
              </a:ext>
            </a:extLst>
          </p:cNvPr>
          <p:cNvSpPr/>
          <p:nvPr/>
        </p:nvSpPr>
        <p:spPr>
          <a:xfrm>
            <a:off x="4383314" y="1886855"/>
            <a:ext cx="943428" cy="369332"/>
          </a:xfrm>
          <a:prstGeom prst="roundRect">
            <a:avLst>
              <a:gd name="adj" fmla="val 4810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用完</a:t>
            </a:r>
          </a:p>
        </p:txBody>
      </p:sp>
      <p:sp>
        <p:nvSpPr>
          <p:cNvPr id="7" name="圆角矩形 6">
            <a:extLst>
              <a:ext uri="{FF2B5EF4-FFF2-40B4-BE49-F238E27FC236}">
                <a16:creationId xmlns:a16="http://schemas.microsoft.com/office/drawing/2014/main" id="{7FD60B19-0BB6-EE7B-35B3-54B550DD2123}"/>
              </a:ext>
            </a:extLst>
          </p:cNvPr>
          <p:cNvSpPr/>
          <p:nvPr/>
        </p:nvSpPr>
        <p:spPr>
          <a:xfrm>
            <a:off x="4383314" y="1215181"/>
            <a:ext cx="943428" cy="369332"/>
          </a:xfrm>
          <a:prstGeom prst="roundRect">
            <a:avLst>
              <a:gd name="adj" fmla="val 4810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用完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910E2106-AFE1-4560-6EF1-6ED85D39ABA3}"/>
              </a:ext>
            </a:extLst>
          </p:cNvPr>
          <p:cNvSpPr/>
          <p:nvPr/>
        </p:nvSpPr>
        <p:spPr>
          <a:xfrm>
            <a:off x="116114" y="1022475"/>
            <a:ext cx="5646057" cy="646331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C0128F2C-EBC0-BB48-A0AC-64B5BD307C37}"/>
              </a:ext>
            </a:extLst>
          </p:cNvPr>
          <p:cNvSpPr/>
          <p:nvPr/>
        </p:nvSpPr>
        <p:spPr>
          <a:xfrm>
            <a:off x="87088" y="1814285"/>
            <a:ext cx="5675084" cy="52619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cxnSp>
        <p:nvCxnSpPr>
          <p:cNvPr id="11" name="直线箭头连接符 10">
            <a:extLst>
              <a:ext uri="{FF2B5EF4-FFF2-40B4-BE49-F238E27FC236}">
                <a16:creationId xmlns:a16="http://schemas.microsoft.com/office/drawing/2014/main" id="{C600E18A-CC48-C901-E066-2191B4748653}"/>
              </a:ext>
            </a:extLst>
          </p:cNvPr>
          <p:cNvCxnSpPr/>
          <p:nvPr/>
        </p:nvCxnSpPr>
        <p:spPr>
          <a:xfrm>
            <a:off x="5892800" y="1215181"/>
            <a:ext cx="10160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文本框 11">
            <a:extLst>
              <a:ext uri="{FF2B5EF4-FFF2-40B4-BE49-F238E27FC236}">
                <a16:creationId xmlns:a16="http://schemas.microsoft.com/office/drawing/2014/main" id="{2C4A22FE-1CD8-9DCD-BD4E-2C7F290347DD}"/>
              </a:ext>
            </a:extLst>
          </p:cNvPr>
          <p:cNvSpPr txBox="1"/>
          <p:nvPr/>
        </p:nvSpPr>
        <p:spPr>
          <a:xfrm>
            <a:off x="5892800" y="508000"/>
            <a:ext cx="1132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点击材料之后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7642F57-46E8-8D7D-9774-35370F27247D}"/>
              </a:ext>
            </a:extLst>
          </p:cNvPr>
          <p:cNvSpPr txBox="1"/>
          <p:nvPr/>
        </p:nvSpPr>
        <p:spPr>
          <a:xfrm>
            <a:off x="6770913" y="1569108"/>
            <a:ext cx="6502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黄瓜           购买日期</a:t>
            </a:r>
            <a:r>
              <a:rPr kumimoji="1" lang="en-US" altLang="zh-CN" dirty="0"/>
              <a:t>07-26</a:t>
            </a:r>
            <a:r>
              <a:rPr kumimoji="1" lang="zh-CN" altLang="en-US" dirty="0"/>
              <a:t>  </a:t>
            </a:r>
            <a:endParaRPr kumimoji="1" lang="en-US" altLang="zh-CN" dirty="0"/>
          </a:p>
          <a:p>
            <a:r>
              <a:rPr kumimoji="1" lang="zh-CN" altLang="en-US" dirty="0"/>
              <a:t>                               </a:t>
            </a:r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C785AC26-7AAB-5B8F-C117-1FAEF95FA8B0}"/>
              </a:ext>
            </a:extLst>
          </p:cNvPr>
          <p:cNvSpPr/>
          <p:nvPr/>
        </p:nvSpPr>
        <p:spPr>
          <a:xfrm>
            <a:off x="10892970" y="1579603"/>
            <a:ext cx="943428" cy="369332"/>
          </a:xfrm>
          <a:prstGeom prst="roundRect">
            <a:avLst>
              <a:gd name="adj" fmla="val 48106"/>
            </a:avLst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用完</a:t>
            </a: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10FD31EC-A377-7A8F-162C-3C109FEC174C}"/>
              </a:ext>
            </a:extLst>
          </p:cNvPr>
          <p:cNvSpPr/>
          <p:nvPr/>
        </p:nvSpPr>
        <p:spPr>
          <a:xfrm>
            <a:off x="6625770" y="1386897"/>
            <a:ext cx="5646057" cy="256098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8D4DC7A-6E19-2E3C-0850-3D5C6467FCD6}"/>
              </a:ext>
            </a:extLst>
          </p:cNvPr>
          <p:cNvSpPr txBox="1"/>
          <p:nvPr/>
        </p:nvSpPr>
        <p:spPr>
          <a:xfrm>
            <a:off x="7561942" y="2061030"/>
            <a:ext cx="36760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黄瓜金汤力                              半根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75790260-7915-E91B-1484-0C39392055DF}"/>
              </a:ext>
            </a:extLst>
          </p:cNvPr>
          <p:cNvSpPr/>
          <p:nvPr/>
        </p:nvSpPr>
        <p:spPr>
          <a:xfrm>
            <a:off x="6908800" y="2071521"/>
            <a:ext cx="508000" cy="35884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夯</a:t>
            </a: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8CB5E366-6359-303B-8EFB-C9D02B0C8A1F}"/>
              </a:ext>
            </a:extLst>
          </p:cNvPr>
          <p:cNvSpPr/>
          <p:nvPr/>
        </p:nvSpPr>
        <p:spPr>
          <a:xfrm>
            <a:off x="6770913" y="2667389"/>
            <a:ext cx="921658" cy="32255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未调过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59A26086-3949-07A7-33A5-1A3471E7FE89}"/>
              </a:ext>
            </a:extLst>
          </p:cNvPr>
          <p:cNvSpPr txBox="1"/>
          <p:nvPr/>
        </p:nvSpPr>
        <p:spPr>
          <a:xfrm>
            <a:off x="7982857" y="2667389"/>
            <a:ext cx="327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dirty="0"/>
              <a:t>黄瓜金菲士                       </a:t>
            </a:r>
            <a:r>
              <a:rPr kumimoji="1" lang="en-US" altLang="zh-CN" dirty="0"/>
              <a:t>300g</a:t>
            </a:r>
            <a:endParaRPr kumimoji="1"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7250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C4988107-830D-40BB-08B8-A278A272C20A}"/>
              </a:ext>
            </a:extLst>
          </p:cNvPr>
          <p:cNvSpPr/>
          <p:nvPr/>
        </p:nvSpPr>
        <p:spPr>
          <a:xfrm>
            <a:off x="3483429" y="170543"/>
            <a:ext cx="3918854" cy="6516914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 dirty="0"/>
          </a:p>
        </p:txBody>
      </p:sp>
      <p:sp>
        <p:nvSpPr>
          <p:cNvPr id="12" name="椭圆 11">
            <a:extLst>
              <a:ext uri="{FF2B5EF4-FFF2-40B4-BE49-F238E27FC236}">
                <a16:creationId xmlns:a16="http://schemas.microsoft.com/office/drawing/2014/main" id="{76790E36-A9A3-6D03-31F0-2D4A2A3DEEF3}"/>
              </a:ext>
            </a:extLst>
          </p:cNvPr>
          <p:cNvSpPr/>
          <p:nvPr/>
        </p:nvSpPr>
        <p:spPr>
          <a:xfrm>
            <a:off x="4833257" y="696686"/>
            <a:ext cx="769257" cy="815779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头像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0887A185-851B-0D2A-F599-D7CC924E821C}"/>
              </a:ext>
            </a:extLst>
          </p:cNvPr>
          <p:cNvSpPr txBox="1"/>
          <p:nvPr/>
        </p:nvSpPr>
        <p:spPr>
          <a:xfrm>
            <a:off x="4615542" y="1669276"/>
            <a:ext cx="19739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酒友 </a:t>
            </a:r>
            <a:r>
              <a:rPr lang="en" altLang="zh-CN" dirty="0"/>
              <a:t>8F3K2Q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5DC4F06-6BBD-994D-C9BF-6A758441B1E7}"/>
              </a:ext>
            </a:extLst>
          </p:cNvPr>
          <p:cNvSpPr txBox="1"/>
          <p:nvPr/>
        </p:nvSpPr>
        <p:spPr>
          <a:xfrm>
            <a:off x="7794171" y="943429"/>
            <a:ext cx="34108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点击头像和名字就能进行编辑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1F76769-0277-E82E-3751-DC3E394F7D75}"/>
              </a:ext>
            </a:extLst>
          </p:cNvPr>
          <p:cNvSpPr txBox="1"/>
          <p:nvPr/>
        </p:nvSpPr>
        <p:spPr>
          <a:xfrm>
            <a:off x="3788229" y="2583543"/>
            <a:ext cx="31060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数据同步时间                 刚刚</a:t>
            </a:r>
          </a:p>
        </p:txBody>
      </p:sp>
    </p:spTree>
    <p:extLst>
      <p:ext uri="{BB962C8B-B14F-4D97-AF65-F5344CB8AC3E}">
        <p14:creationId xmlns:p14="http://schemas.microsoft.com/office/powerpoint/2010/main" val="41068617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E223B4-8812-72B5-B9E9-A5ADB3C36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51C6D3CF-5FF9-B645-8BAC-D30B9B67AC01}"/>
              </a:ext>
            </a:extLst>
          </p:cNvPr>
          <p:cNvSpPr/>
          <p:nvPr/>
        </p:nvSpPr>
        <p:spPr>
          <a:xfrm>
            <a:off x="174171" y="145143"/>
            <a:ext cx="3439886" cy="63572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B86D22D-C517-980D-8FA9-B430012AE7F3}"/>
              </a:ext>
            </a:extLst>
          </p:cNvPr>
          <p:cNvSpPr txBox="1"/>
          <p:nvPr/>
        </p:nvSpPr>
        <p:spPr>
          <a:xfrm>
            <a:off x="304800" y="406400"/>
            <a:ext cx="1378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金酒</a:t>
            </a:r>
          </a:p>
        </p:txBody>
      </p:sp>
      <p:sp>
        <p:nvSpPr>
          <p:cNvPr id="6" name="终止符 5">
            <a:extLst>
              <a:ext uri="{FF2B5EF4-FFF2-40B4-BE49-F238E27FC236}">
                <a16:creationId xmlns:a16="http://schemas.microsoft.com/office/drawing/2014/main" id="{507C75BF-6164-E7A6-2AD4-221364E5929F}"/>
              </a:ext>
            </a:extLst>
          </p:cNvPr>
          <p:cNvSpPr/>
          <p:nvPr/>
        </p:nvSpPr>
        <p:spPr>
          <a:xfrm>
            <a:off x="2293257" y="406400"/>
            <a:ext cx="899886" cy="369332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编辑</a:t>
            </a:r>
          </a:p>
        </p:txBody>
      </p:sp>
      <p:cxnSp>
        <p:nvCxnSpPr>
          <p:cNvPr id="8" name="直线连接符 7">
            <a:extLst>
              <a:ext uri="{FF2B5EF4-FFF2-40B4-BE49-F238E27FC236}">
                <a16:creationId xmlns:a16="http://schemas.microsoft.com/office/drawing/2014/main" id="{621D6875-7092-05DB-1BBB-988DE9C3AB21}"/>
              </a:ext>
            </a:extLst>
          </p:cNvPr>
          <p:cNvCxnSpPr/>
          <p:nvPr/>
        </p:nvCxnSpPr>
        <p:spPr>
          <a:xfrm>
            <a:off x="508000" y="928914"/>
            <a:ext cx="26851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图片 8">
            <a:extLst>
              <a:ext uri="{FF2B5EF4-FFF2-40B4-BE49-F238E27FC236}">
                <a16:creationId xmlns:a16="http://schemas.microsoft.com/office/drawing/2014/main" id="{E49B0970-6367-ECB6-D01D-9C5ED8F7F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693" y="1036989"/>
            <a:ext cx="2815755" cy="952237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1BABFBC0-410A-8A20-DEC6-3D7FBC2DC49F}"/>
              </a:ext>
            </a:extLst>
          </p:cNvPr>
          <p:cNvSpPr txBox="1"/>
          <p:nvPr/>
        </p:nvSpPr>
        <p:spPr>
          <a:xfrm>
            <a:off x="442693" y="1989226"/>
            <a:ext cx="293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购买日期                  未填写</a:t>
            </a: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AD6BB02-98CB-7711-0348-4CC1A6E42933}"/>
              </a:ext>
            </a:extLst>
          </p:cNvPr>
          <p:cNvSpPr/>
          <p:nvPr/>
        </p:nvSpPr>
        <p:spPr>
          <a:xfrm>
            <a:off x="4376057" y="217714"/>
            <a:ext cx="3439886" cy="635725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D3CE4DB0-0392-1D0C-9FA7-9C5E0B0F29E7}"/>
              </a:ext>
            </a:extLst>
          </p:cNvPr>
          <p:cNvSpPr txBox="1"/>
          <p:nvPr/>
        </p:nvSpPr>
        <p:spPr>
          <a:xfrm>
            <a:off x="4506686" y="478971"/>
            <a:ext cx="1378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金酒</a:t>
            </a:r>
          </a:p>
        </p:txBody>
      </p:sp>
      <p:sp>
        <p:nvSpPr>
          <p:cNvPr id="14" name="终止符 13">
            <a:extLst>
              <a:ext uri="{FF2B5EF4-FFF2-40B4-BE49-F238E27FC236}">
                <a16:creationId xmlns:a16="http://schemas.microsoft.com/office/drawing/2014/main" id="{BF02EB70-8228-ECAB-DD1B-D65B08D58DB1}"/>
              </a:ext>
            </a:extLst>
          </p:cNvPr>
          <p:cNvSpPr/>
          <p:nvPr/>
        </p:nvSpPr>
        <p:spPr>
          <a:xfrm>
            <a:off x="6495143" y="478971"/>
            <a:ext cx="899886" cy="369332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编辑</a:t>
            </a:r>
          </a:p>
        </p:txBody>
      </p:sp>
      <p:cxnSp>
        <p:nvCxnSpPr>
          <p:cNvPr id="15" name="直线连接符 14">
            <a:extLst>
              <a:ext uri="{FF2B5EF4-FFF2-40B4-BE49-F238E27FC236}">
                <a16:creationId xmlns:a16="http://schemas.microsoft.com/office/drawing/2014/main" id="{1C71C6BE-9E2A-2861-A28E-E3F42B0A3C73}"/>
              </a:ext>
            </a:extLst>
          </p:cNvPr>
          <p:cNvCxnSpPr/>
          <p:nvPr/>
        </p:nvCxnSpPr>
        <p:spPr>
          <a:xfrm>
            <a:off x="4709886" y="1001485"/>
            <a:ext cx="2685143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图片 15">
            <a:extLst>
              <a:ext uri="{FF2B5EF4-FFF2-40B4-BE49-F238E27FC236}">
                <a16:creationId xmlns:a16="http://schemas.microsoft.com/office/drawing/2014/main" id="{BFBB4622-9766-1BB5-63BB-B8BD09967F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4579" y="1109560"/>
            <a:ext cx="2815755" cy="952237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0B78E645-454D-363B-4099-FA74F121DA67}"/>
              </a:ext>
            </a:extLst>
          </p:cNvPr>
          <p:cNvSpPr txBox="1"/>
          <p:nvPr/>
        </p:nvSpPr>
        <p:spPr>
          <a:xfrm>
            <a:off x="4644579" y="2061797"/>
            <a:ext cx="293913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购买日期       </a:t>
            </a:r>
            <a:r>
              <a:rPr kumimoji="1" lang="en-US" altLang="zh-CN" dirty="0"/>
              <a:t>2026-7-28</a:t>
            </a:r>
            <a:endParaRPr kumimoji="1" lang="zh-CN" altLang="en-US" dirty="0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F10B7D87-131F-D680-87C4-BFE0EBBE4304}"/>
              </a:ext>
            </a:extLst>
          </p:cNvPr>
          <p:cNvSpPr/>
          <p:nvPr/>
        </p:nvSpPr>
        <p:spPr>
          <a:xfrm>
            <a:off x="7199086" y="2061797"/>
            <a:ext cx="261248" cy="3693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48DE7570-F7E2-E1DF-24AC-24917BB6A8E3}"/>
              </a:ext>
            </a:extLst>
          </p:cNvPr>
          <p:cNvSpPr/>
          <p:nvPr/>
        </p:nvSpPr>
        <p:spPr>
          <a:xfrm>
            <a:off x="304800" y="224959"/>
            <a:ext cx="3178629" cy="2133600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B5C31583-7AD9-8F1B-2AD7-67CA43020741}"/>
              </a:ext>
            </a:extLst>
          </p:cNvPr>
          <p:cNvSpPr/>
          <p:nvPr/>
        </p:nvSpPr>
        <p:spPr>
          <a:xfrm>
            <a:off x="4463143" y="406400"/>
            <a:ext cx="3178629" cy="2133600"/>
          </a:xfrm>
          <a:prstGeom prst="roundRect">
            <a:avLst/>
          </a:prstGeom>
          <a:noFill/>
          <a:ln w="9525" cap="flat" cmpd="sng" algn="ctr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6E3B3810-22ED-6C1F-BADC-5B20ECEF5C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4800" y="2466633"/>
            <a:ext cx="3141432" cy="750513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46CCE276-CC23-2388-1962-588045E928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42971" y="2611776"/>
            <a:ext cx="3141432" cy="750513"/>
          </a:xfrm>
          <a:prstGeom prst="rect">
            <a:avLst/>
          </a:prstGeom>
        </p:spPr>
      </p:pic>
      <p:sp>
        <p:nvSpPr>
          <p:cNvPr id="24" name="文本框 23">
            <a:extLst>
              <a:ext uri="{FF2B5EF4-FFF2-40B4-BE49-F238E27FC236}">
                <a16:creationId xmlns:a16="http://schemas.microsoft.com/office/drawing/2014/main" id="{61731CEA-B679-1E42-7C7B-4A98842F45D0}"/>
              </a:ext>
            </a:extLst>
          </p:cNvPr>
          <p:cNvSpPr txBox="1"/>
          <p:nvPr/>
        </p:nvSpPr>
        <p:spPr>
          <a:xfrm>
            <a:off x="304800" y="3303567"/>
            <a:ext cx="1799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我的材料观察</a:t>
            </a:r>
          </a:p>
        </p:txBody>
      </p:sp>
      <p:sp>
        <p:nvSpPr>
          <p:cNvPr id="25" name="终止符 24">
            <a:extLst>
              <a:ext uri="{FF2B5EF4-FFF2-40B4-BE49-F238E27FC236}">
                <a16:creationId xmlns:a16="http://schemas.microsoft.com/office/drawing/2014/main" id="{EE31E6BD-B279-4FB3-B29F-2B9790E9DC31}"/>
              </a:ext>
            </a:extLst>
          </p:cNvPr>
          <p:cNvSpPr/>
          <p:nvPr/>
        </p:nvSpPr>
        <p:spPr>
          <a:xfrm>
            <a:off x="1828801" y="3310041"/>
            <a:ext cx="986971" cy="369332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+</a:t>
            </a:r>
            <a:r>
              <a:rPr kumimoji="1" lang="zh-CN" altLang="en-US" dirty="0"/>
              <a:t> 添加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29180DB6-751A-8246-0736-F0E0872898C2}"/>
              </a:ext>
            </a:extLst>
          </p:cNvPr>
          <p:cNvSpPr txBox="1"/>
          <p:nvPr/>
        </p:nvSpPr>
        <p:spPr>
          <a:xfrm>
            <a:off x="4542971" y="3453003"/>
            <a:ext cx="17997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CN" altLang="en-US" dirty="0"/>
              <a:t>我的材料观察</a:t>
            </a:r>
          </a:p>
        </p:txBody>
      </p:sp>
      <p:sp>
        <p:nvSpPr>
          <p:cNvPr id="27" name="终止符 26">
            <a:extLst>
              <a:ext uri="{FF2B5EF4-FFF2-40B4-BE49-F238E27FC236}">
                <a16:creationId xmlns:a16="http://schemas.microsoft.com/office/drawing/2014/main" id="{419C609D-5EA1-F400-1867-A9E4AC108542}"/>
              </a:ext>
            </a:extLst>
          </p:cNvPr>
          <p:cNvSpPr/>
          <p:nvPr/>
        </p:nvSpPr>
        <p:spPr>
          <a:xfrm>
            <a:off x="6066972" y="3459477"/>
            <a:ext cx="986971" cy="369332"/>
          </a:xfrm>
          <a:prstGeom prst="flowChartTerminator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zh-CN" dirty="0"/>
              <a:t>+</a:t>
            </a:r>
            <a:r>
              <a:rPr kumimoji="1" lang="zh-CN" altLang="en-US" dirty="0"/>
              <a:t> 添加</a:t>
            </a:r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05E8BDB1-EDBA-E452-3B26-14486C6BB15E}"/>
              </a:ext>
            </a:extLst>
          </p:cNvPr>
          <p:cNvSpPr/>
          <p:nvPr/>
        </p:nvSpPr>
        <p:spPr>
          <a:xfrm>
            <a:off x="4506686" y="3960376"/>
            <a:ext cx="3177717" cy="750513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kumimoji="1" lang="zh-CN" altLang="en-US" sz="1200" dirty="0"/>
              <a:t>打击报复的话我被封为部分为科技司颁发了海外访问</a:t>
            </a:r>
            <a:endParaRPr kumimoji="1" lang="en-US" altLang="zh-CN" sz="1200" dirty="0"/>
          </a:p>
          <a:p>
            <a:r>
              <a:rPr kumimoji="1" lang="en-US" altLang="zh-CN" sz="1050" dirty="0">
                <a:solidFill>
                  <a:schemeClr val="bg2">
                    <a:lumMod val="50000"/>
                  </a:schemeClr>
                </a:solidFill>
              </a:rPr>
              <a:t>2026.7.28</a:t>
            </a:r>
            <a:endParaRPr kumimoji="1" lang="zh-CN" altLang="en-US" sz="105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D3B2D16C-7106-FF1C-1674-D71A0A0A31A8}"/>
              </a:ext>
            </a:extLst>
          </p:cNvPr>
          <p:cNvSpPr/>
          <p:nvPr/>
        </p:nvSpPr>
        <p:spPr>
          <a:xfrm>
            <a:off x="442693" y="3828809"/>
            <a:ext cx="3003539" cy="1323762"/>
          </a:xfrm>
          <a:prstGeom prst="round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0" name="圆角矩形 29">
            <a:extLst>
              <a:ext uri="{FF2B5EF4-FFF2-40B4-BE49-F238E27FC236}">
                <a16:creationId xmlns:a16="http://schemas.microsoft.com/office/drawing/2014/main" id="{AD218647-3BC9-967E-811D-CD55F334E67E}"/>
              </a:ext>
            </a:extLst>
          </p:cNvPr>
          <p:cNvSpPr/>
          <p:nvPr/>
        </p:nvSpPr>
        <p:spPr>
          <a:xfrm>
            <a:off x="2445201" y="4710889"/>
            <a:ext cx="711201" cy="3110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保存</a:t>
            </a:r>
          </a:p>
        </p:txBody>
      </p:sp>
      <p:sp>
        <p:nvSpPr>
          <p:cNvPr id="31" name="圆角矩形 30">
            <a:extLst>
              <a:ext uri="{FF2B5EF4-FFF2-40B4-BE49-F238E27FC236}">
                <a16:creationId xmlns:a16="http://schemas.microsoft.com/office/drawing/2014/main" id="{5E6921DA-E2D6-9A2D-453D-1DBD68356C5C}"/>
              </a:ext>
            </a:extLst>
          </p:cNvPr>
          <p:cNvSpPr/>
          <p:nvPr/>
        </p:nvSpPr>
        <p:spPr>
          <a:xfrm>
            <a:off x="1519915" y="4710889"/>
            <a:ext cx="711201" cy="31105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zh-CN" altLang="en-US" dirty="0"/>
              <a:t>取消</a:t>
            </a:r>
          </a:p>
        </p:txBody>
      </p:sp>
    </p:spTree>
    <p:extLst>
      <p:ext uri="{BB962C8B-B14F-4D97-AF65-F5344CB8AC3E}">
        <p14:creationId xmlns:p14="http://schemas.microsoft.com/office/powerpoint/2010/main" val="96064225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3350810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3335</TotalTime>
  <Words>104</Words>
  <Application>Microsoft Macintosh PowerPoint</Application>
  <PresentationFormat>宽屏</PresentationFormat>
  <Paragraphs>37</Paragraphs>
  <Slides>5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9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mengqi zhai</dc:creator>
  <cp:lastModifiedBy>mengqi zhai</cp:lastModifiedBy>
  <cp:revision>2</cp:revision>
  <dcterms:created xsi:type="dcterms:W3CDTF">2026-07-26T08:03:02Z</dcterms:created>
  <dcterms:modified xsi:type="dcterms:W3CDTF">2026-07-28T15:38:54Z</dcterms:modified>
</cp:coreProperties>
</file>